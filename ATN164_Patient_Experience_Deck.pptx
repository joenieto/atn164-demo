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ATN 164  ·  Screen2Prevent (S2P)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Experience Mockups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Code–Initiated Chatbot Survey on Personal Device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097280" cy="4572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Children's Hospital — Emergency Department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Journey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screens walk the patient from QR scan through survey completion and mHealth enrollment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41248" cy="54864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63040" y="1554480"/>
            <a:ext cx="841248" cy="54864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60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774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77440" y="1554480"/>
            <a:ext cx="841248" cy="54864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3774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918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554480"/>
            <a:ext cx="841248" cy="54864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6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918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2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06240" y="1554480"/>
            <a:ext cx="841248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2062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1206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20640" y="1554480"/>
            <a:ext cx="841248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1206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0350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1554480"/>
            <a:ext cx="841248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0350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1554480"/>
            <a:ext cx="841248" cy="54864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9494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772400" y="182880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863840" y="1554480"/>
            <a:ext cx="841248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863840" y="1554480"/>
            <a:ext cx="841248" cy="54864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0" y="169164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8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863840" y="2084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mHealth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63840" y="23042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8640" y="3337560"/>
            <a:ext cx="54864" cy="100584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3232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encryption reminders before every sensitive question. No data cached on device.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651760" y="3337560"/>
            <a:ext cx="54864" cy="10058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62" name="Text 60"/>
          <p:cNvSpPr/>
          <p:nvPr/>
        </p:nvSpPr>
        <p:spPr>
          <a:xfrm>
            <a:off x="281635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Typing Required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816352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Tap-to-select response buttons throughout. Critical for speed in an ED setting.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3337560"/>
            <a:ext cx="54864" cy="100584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65" name="Text 63"/>
          <p:cNvSpPr/>
          <p:nvPr/>
        </p:nvSpPr>
        <p:spPr>
          <a:xfrm>
            <a:off x="491947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Tone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919472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chatbot language for 14–24 year olds. Empathetic acknowledgments between questions.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58000" y="3337560"/>
            <a:ext cx="54864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8" name="Text 66"/>
          <p:cNvSpPr/>
          <p:nvPr/>
        </p:nvSpPr>
        <p:spPr>
          <a:xfrm>
            <a:off x="702259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Non-Coercive Flow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022592" y="36393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and 'Prefer not to say' options on every question. Voluntary mHealth enrollment at end.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Step 3.1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Scan</a:t>
            </a:r>
            <a:endParaRPr lang="en-US" sz="2400" dirty="0"/>
          </a:p>
        </p:txBody>
      </p:sp>
      <p:pic>
        <p:nvPicPr>
          <p:cNvPr id="6" name="Image 0" descr="/mnt/user-data/outputs/ATN164_Screen_01_QR_Sc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points phone camera at QR code signage in triage or exam room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auto-recognizes the code — no app download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URL (s2p.texaschildrens.org) builds trust before tapping Open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QR codes allow URL rotation without reprinting signage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Signage should be tamper-evident, printed in-house, and placed at eye level with adequate lighting.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Step 3.3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2400" dirty="0"/>
          </a:p>
        </p:txBody>
      </p:sp>
      <p:pic>
        <p:nvPicPr>
          <p:cNvPr id="6" name="Image 0" descr="/mnt/user-data/outputs/ATN164_Screen_02_Landing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Children's branding (logo, colors) confirms legitimacy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lock icon visible in browser bar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non-clinical language: "Health &amp; Wellness Survey"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and encryption noted at bottom of page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"Begin Survey" CTA is the only actionable element — no distractions.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Step 3.3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Selection</a:t>
            </a:r>
            <a:endParaRPr lang="en-US" sz="2400" dirty="0"/>
          </a:p>
        </p:txBody>
      </p:sp>
      <p:pic>
        <p:nvPicPr>
          <p:cNvPr id="6" name="Image 0" descr="/mnt/user-data/outputs/ATN164_Screen_03_Language_Sel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Spanish per ATN 164 protocol requirements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easy-to-tap selection cards with visual confirmation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header ensures comprehension before selection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to additional languages if needed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preference persists through the entire chatbot session.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Step 3.4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Informed Consent / Assent</a:t>
            </a:r>
            <a:endParaRPr lang="en-US" sz="2400" dirty="0"/>
          </a:p>
        </p:txBody>
      </p:sp>
      <p:pic>
        <p:nvPicPr>
          <p:cNvPr id="6" name="Image 0" descr="/mnt/user-data/outputs/ATN164_Screen_04_Cons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privacy banner: "Your parent/guardian will not see your responses"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in scannable format: voluntary, encrypted, 3–5 minutes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checkbox acknowledgment required before proceeding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IRB-approved language adapted for age-appropriate assent (14–17) or consent (18–24)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0066B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screen is the single most important element for driving honest disclosure from minors.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Step 4.1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&amp; Age Question</a:t>
            </a:r>
            <a:endParaRPr lang="en-US" sz="2400" dirty="0"/>
          </a:p>
        </p:txBody>
      </p:sp>
      <p:pic>
        <p:nvPicPr>
          <p:cNvPr id="6" name="Image 0" descr="/mnt/user-data/outputs/ATN164_Screen_05_Welcome_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chatbot greeting — warm, non-clinical tone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 is intentionally easy (age range) to build momentum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Tap-to-select buttons eliminate typing entirely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avatar (TC) and "Secure · Confidential" subtitle reinforce trust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at 0% sets expectations for survey length.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Steps 4.1–4.2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Screening Questions</a:t>
            </a:r>
            <a:endParaRPr lang="en-US" sz="2400" dirty="0"/>
          </a:p>
        </p:txBody>
      </p:sp>
      <p:pic>
        <p:nvPicPr>
          <p:cNvPr id="6" name="Image 0" descr="/mnt/user-data/outputs/ATN164_Screen_06_Health_Ques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flow with empathetic acknowledgments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actually more common than you'd think" normalizes responses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logic: follow-up questions adapt based on prior answers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"Prefer not to say" and skip options available on every question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advances (25%) giving patients a sense of completion momentum.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Step 4.1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Sensitive Question with Privacy Reminder</a:t>
            </a:r>
            <a:endParaRPr lang="en-US" sz="2400" dirty="0"/>
          </a:p>
        </p:txBody>
      </p:sp>
      <p:pic>
        <p:nvPicPr>
          <p:cNvPr id="6" name="Image 0" descr="/mnt/user-data/outputs/ATN164_Screen_07_Sensitive_Ques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inline privacy banner appears before the sensitive question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reassurance: "not shared with anyone in the waiting room or your family"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changes to "Encrypted" to reinforce security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"Prefer not to say" option respects patient autonomy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contextual privacy reminder at the point of disclosure is a key differentiator from static survey forms.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Step 4.6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Completion</a:t>
            </a:r>
            <a:endParaRPr lang="en-US" sz="2400" dirty="0"/>
          </a:p>
        </p:txBody>
      </p:sp>
      <p:pic>
        <p:nvPicPr>
          <p:cNvPr id="6" name="Image 0" descr="/mnt/user-data/outputs/ATN164_Screen_08_Survey_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Celebratory tone: "You did great!" validates the patient's effort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explicit confirmations with green checkmarks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data is saved on your phone" — final privacy reassurance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card acknowledges the patient's contribution to research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at 100% provides satisfying visual closure.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Step 6.1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mHealth Enrollment Offer (SMART)</a:t>
            </a:r>
            <a:endParaRPr lang="en-US" sz="2400" dirty="0"/>
          </a:p>
        </p:txBody>
      </p:sp>
      <p:pic>
        <p:nvPicPr>
          <p:cNvPr id="6" name="Image 0" descr="/mnt/user-data/outputs/ATN164_Screen_09_mHealth_Enroll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82880"/>
            <a:ext cx="3017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only for patients meeting PrEP eligibility criteria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card format with clear value proposition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"Sign Me Up" and "No Thanks" buttons — non-coercive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opt-out reassurance: "Your care today won't be affected"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382219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ATN 164 protocol, the SMART mHealth platform provides text-based PrEP education and care linkage post-discharge.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these mockups to the ATN 164 PI, ED Medical Director, IT Security, and Compliance for feedback on tone, content, and workflow.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Amendment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243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personal device modality requires a protocol amendment, initiate submission. The data collection content is unchanged — only the delivery mechanism is enhanced.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Vendor Selection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HIPAA-compliant platforms (Azure Health Bot, Dialogflow CX, or purpose-built). Must support branching logic, multilingual, and real-time secure data export.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Single ED Pod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361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 pilot to test QR workflow, chatbot usability, connectivity, and staff adoption before full-scale deployment.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Texas Children's Hospital — ATN 164 Screen2Prevent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ATN 164 Screen2Prevent — Patient Experience Mockups</dc:title>
  <dc:subject>PptxGenJS Presentation</dc:subject>
  <dc:creator>Joe</dc:creator>
  <cp:lastModifiedBy>Joe</cp:lastModifiedBy>
  <cp:revision>1</cp:revision>
  <dcterms:created xsi:type="dcterms:W3CDTF">2026-03-06T22:42:39Z</dcterms:created>
  <dcterms:modified xsi:type="dcterms:W3CDTF">2026-03-06T22:42:39Z</dcterms:modified>
</cp:coreProperties>
</file>